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B2DAF-47A4-4033-9207-470ECA6CAFBB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250E5-FBC7-41A2-99B4-5E46F230FD9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704109"/>
            <a:ext cx="9144000" cy="947651"/>
          </a:xfrm>
        </p:spPr>
        <p:txBody>
          <a:bodyPr/>
          <a:lstStyle/>
          <a:p>
            <a:r>
              <a:rPr lang="ru-RU" dirty="0" smtClean="0"/>
              <a:t>Органайзер </a:t>
            </a:r>
            <a:r>
              <a:rPr lang="ru-RU" dirty="0"/>
              <a:t>загрузок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82742" y="6384174"/>
            <a:ext cx="4109258" cy="473825"/>
          </a:xfrm>
        </p:spPr>
        <p:txBody>
          <a:bodyPr/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Федоров Михаил Петрович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13753" y="6384174"/>
            <a:ext cx="2364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Кемерово 2026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07229" y="83128"/>
            <a:ext cx="4647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Центр Талантов Кемерово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/>
          <p:cNvSpPr/>
          <p:nvPr/>
        </p:nvSpPr>
        <p:spPr>
          <a:xfrm>
            <a:off x="367839" y="1014152"/>
            <a:ext cx="2291541" cy="29980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9110748" y="1076484"/>
            <a:ext cx="2568633" cy="32127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-1"/>
            <a:ext cx="9144000" cy="1014153"/>
          </a:xfrm>
        </p:spPr>
        <p:txBody>
          <a:bodyPr>
            <a:normAutofit/>
          </a:bodyPr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7839" y="1149927"/>
            <a:ext cx="2291541" cy="3009207"/>
          </a:xfrm>
        </p:spPr>
        <p:txBody>
          <a:bodyPr>
            <a:normAutofit/>
          </a:bodyPr>
          <a:lstStyle/>
          <a:p>
            <a:r>
              <a:rPr lang="ru-RU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У практически у любого человека папка </a:t>
            </a:r>
            <a:r>
              <a:rPr lang="ru-RU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Загрузки выглядит </a:t>
            </a:r>
            <a:r>
              <a:rPr lang="ru-RU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ужасно ведь чтобы найди в ней определенный файл потребуется довольно много времени.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10748" y="1149927"/>
            <a:ext cx="26434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Мой проект создан помочь с этим при помощи автоматического сортировщика который распределит файлы по их нему расширению чтобы файлы можно было искать намного быстрее и проще.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9380" y="4159135"/>
            <a:ext cx="6324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0"/>
            <a:ext cx="10005753" cy="88931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Плюсы и минусы моего проекта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39338" y="1105592"/>
            <a:ext cx="3366656" cy="5752407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Плюсы</a:t>
            </a:r>
            <a:r>
              <a:rPr lang="en-US" sz="3600" dirty="0" smtClean="0"/>
              <a:t>:</a:t>
            </a:r>
            <a:endParaRPr lang="ru-RU" sz="3600" dirty="0"/>
          </a:p>
          <a:p>
            <a:r>
              <a:rPr lang="ru-RU" dirty="0" smtClean="0"/>
              <a:t>Сортирование файлов по их нему расширению</a:t>
            </a:r>
            <a:endParaRPr lang="ru-RU" dirty="0" smtClean="0"/>
          </a:p>
          <a:p>
            <a:r>
              <a:rPr lang="ru-RU" dirty="0" smtClean="0"/>
              <a:t>Может показать что он отсортировал и куда если боитесь не найти отсортированный файл</a:t>
            </a:r>
            <a:endParaRPr lang="ru-RU" dirty="0" smtClean="0"/>
          </a:p>
          <a:p>
            <a:r>
              <a:rPr lang="ru-RU" dirty="0" smtClean="0"/>
              <a:t>Автоматически создает нужную папку для сортировки если не было до этого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190509" y="1221972"/>
            <a:ext cx="3765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 </a:t>
            </a:r>
            <a:endParaRPr lang="ru-RU" sz="2400" dirty="0" smtClean="0"/>
          </a:p>
          <a:p>
            <a:pPr algn="ctr"/>
            <a:endParaRPr lang="ru-RU" sz="1200" dirty="0"/>
          </a:p>
        </p:txBody>
      </p:sp>
      <p:sp>
        <p:nvSpPr>
          <p:cNvPr id="5" name="Подзаголовок 2"/>
          <p:cNvSpPr txBox="1"/>
          <p:nvPr/>
        </p:nvSpPr>
        <p:spPr>
          <a:xfrm>
            <a:off x="7190509" y="1105594"/>
            <a:ext cx="3366656" cy="44556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800" dirty="0"/>
              <a:t>Минус</a:t>
            </a:r>
            <a:r>
              <a:rPr lang="en-US" sz="4800" dirty="0"/>
              <a:t>:</a:t>
            </a:r>
            <a:endParaRPr lang="ru-RU" sz="4800" dirty="0"/>
          </a:p>
          <a:p>
            <a:r>
              <a:rPr lang="ru-RU" dirty="0"/>
              <a:t>Игнорирование папок(сделано на случай если вы скачали папку которую не надо вам </a:t>
            </a:r>
            <a:r>
              <a:rPr lang="ru-RU" dirty="0" smtClean="0"/>
              <a:t>отсортировывать</a:t>
            </a:r>
            <a:endParaRPr lang="ru-RU" dirty="0" smtClean="0"/>
          </a:p>
          <a:p>
            <a:r>
              <a:rPr lang="ru-RU" dirty="0" smtClean="0"/>
              <a:t>Ограниченная сортировка(Допустим я сделал код и сохранил в формате .</a:t>
            </a:r>
            <a:r>
              <a:rPr lang="en-US" dirty="0" smtClean="0"/>
              <a:t>txt</a:t>
            </a:r>
            <a:r>
              <a:rPr lang="ru-RU" dirty="0" smtClean="0"/>
              <a:t> тогда файл сортируется в Документы вместо Кода)</a:t>
            </a:r>
            <a:endParaRPr lang="ru-RU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8633" y="1"/>
            <a:ext cx="7373390" cy="964276"/>
          </a:xfrm>
        </p:spPr>
        <p:txBody>
          <a:bodyPr/>
          <a:lstStyle/>
          <a:p>
            <a:r>
              <a:rPr lang="ru-RU" dirty="0" smtClean="0"/>
              <a:t>Продажа и целевая аудитория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4950" y="1675996"/>
            <a:ext cx="10515600" cy="4351338"/>
          </a:xfrm>
        </p:spPr>
        <p:txBody>
          <a:bodyPr/>
          <a:lstStyle/>
          <a:p>
            <a:r>
              <a:rPr lang="ru-RU" dirty="0" smtClean="0"/>
              <a:t>Мой проект будет полезен в любое время так как он может помочь с сортировкой файлов независимо в какое время он был использован.</a:t>
            </a:r>
            <a:endParaRPr lang="ru-RU" dirty="0" smtClean="0"/>
          </a:p>
          <a:p>
            <a:r>
              <a:rPr lang="ru-RU" dirty="0" smtClean="0"/>
              <a:t>Целевая аудитор</a:t>
            </a:r>
            <a:r>
              <a:rPr lang="en-US" dirty="0" smtClean="0"/>
              <a:t>:</a:t>
            </a:r>
            <a:r>
              <a:rPr lang="ru-RU" dirty="0" smtClean="0"/>
              <a:t> Обычные пользователи, образовательные учреждения, программисты, компании. 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83526" y="2185612"/>
            <a:ext cx="5569529" cy="1325563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WPS Presentation</Application>
  <PresentationFormat>Широкоэкранный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Montserrat ExtraBold</vt:lpstr>
      <vt:lpstr>Cascadia Code</vt:lpstr>
      <vt:lpstr>Cascadia Code ExtraLight</vt:lpstr>
      <vt:lpstr>Тема Office</vt:lpstr>
      <vt:lpstr>Органайзер загрузок</vt:lpstr>
      <vt:lpstr>Актуальность</vt:lpstr>
      <vt:lpstr>Плюсы и минусы моего проекта</vt:lpstr>
      <vt:lpstr>Продажа и целевая аудитория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Органайзер загрузок</dc:title>
  <dc:creator>Михаил</dc:creator>
  <cp:lastModifiedBy>Unicum_Student</cp:lastModifiedBy>
  <cp:revision>16</cp:revision>
  <dcterms:created xsi:type="dcterms:W3CDTF">2026-04-03T19:32:00Z</dcterms:created>
  <dcterms:modified xsi:type="dcterms:W3CDTF">2026-04-22T03:26:36Z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564F1AF0DCC14F628CA6FFD284028AE9_12</vt:lpwstr>
  </property>
  <property fmtid="{D5CDD505-2E9C-101B-9397-08002B2CF9AE}" pid="3" name="KSOProductBuildVer">
    <vt:lpwstr>1049-12.2.0.23196</vt:lpwstr>
  </property>
</Properties>
</file>