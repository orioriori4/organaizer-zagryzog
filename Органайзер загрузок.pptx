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B2DAF-47A4-4033-9207-470ECA6CAFBB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250E5-FBC7-41A2-99B4-5E46F230FD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4306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B2DAF-47A4-4033-9207-470ECA6CAFBB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250E5-FBC7-41A2-99B4-5E46F230FD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0927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B2DAF-47A4-4033-9207-470ECA6CAFBB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250E5-FBC7-41A2-99B4-5E46F230FD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83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B2DAF-47A4-4033-9207-470ECA6CAFBB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250E5-FBC7-41A2-99B4-5E46F230FD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0444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B2DAF-47A4-4033-9207-470ECA6CAFBB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250E5-FBC7-41A2-99B4-5E46F230FD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505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B2DAF-47A4-4033-9207-470ECA6CAFBB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250E5-FBC7-41A2-99B4-5E46F230FD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0693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B2DAF-47A4-4033-9207-470ECA6CAFBB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250E5-FBC7-41A2-99B4-5E46F230FD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1623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B2DAF-47A4-4033-9207-470ECA6CAFBB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250E5-FBC7-41A2-99B4-5E46F230FD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73604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B2DAF-47A4-4033-9207-470ECA6CAFBB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250E5-FBC7-41A2-99B4-5E46F230FD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51158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B2DAF-47A4-4033-9207-470ECA6CAFBB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250E5-FBC7-41A2-99B4-5E46F230FD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76170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B2DAF-47A4-4033-9207-470ECA6CAFBB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250E5-FBC7-41A2-99B4-5E46F230FD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77125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B2DAF-47A4-4033-9207-470ECA6CAFBB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B250E5-FBC7-41A2-99B4-5E46F230FD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1743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704109"/>
            <a:ext cx="9144000" cy="947651"/>
          </a:xfrm>
        </p:spPr>
        <p:txBody>
          <a:bodyPr/>
          <a:lstStyle/>
          <a:p>
            <a:r>
              <a:rPr lang="ru-RU" dirty="0" smtClean="0"/>
              <a:t>Органайзер </a:t>
            </a:r>
            <a:r>
              <a:rPr lang="ru-RU" dirty="0"/>
              <a:t>загрузок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082742" y="6384174"/>
            <a:ext cx="4109258" cy="473825"/>
          </a:xfrm>
        </p:spPr>
        <p:txBody>
          <a:bodyPr/>
          <a:lstStyle/>
          <a:p>
            <a:r>
              <a:rPr lang="ru-RU" dirty="0" smtClean="0">
                <a:latin typeface="Arial" panose="020B0604020202020204" pitchFamily="34" charset="0"/>
                <a:cs typeface="Arial" panose="020B0604020202020204" pitchFamily="34" charset="0"/>
              </a:rPr>
              <a:t>Федоров Михаил Петрович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913753" y="6384174"/>
            <a:ext cx="23644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Кемерово 2026</a:t>
            </a:r>
            <a:endParaRPr lang="ru-R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07229" y="83128"/>
            <a:ext cx="46473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Центр Талантов Кемерово</a:t>
            </a: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41021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/>
          <p:cNvSpPr/>
          <p:nvPr/>
        </p:nvSpPr>
        <p:spPr>
          <a:xfrm>
            <a:off x="367839" y="1014152"/>
            <a:ext cx="2291541" cy="29980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Font typeface="+mj-lt"/>
              <a:buAutoNum type="arabicPeriod"/>
            </a:pPr>
            <a:endParaRPr lang="ru-RU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9110748" y="1076484"/>
            <a:ext cx="2568633" cy="32127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Font typeface="+mj-lt"/>
              <a:buAutoNum type="arabicPeriod"/>
            </a:pPr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-1"/>
            <a:ext cx="9144000" cy="1014153"/>
          </a:xfrm>
        </p:spPr>
        <p:txBody>
          <a:bodyPr>
            <a:normAutofit/>
          </a:bodyPr>
          <a:lstStyle/>
          <a:p>
            <a:r>
              <a:rPr lang="ru-RU" dirty="0" smtClean="0"/>
              <a:t>Актуальность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367839" y="1149927"/>
            <a:ext cx="2291541" cy="3009207"/>
          </a:xfrm>
        </p:spPr>
        <p:txBody>
          <a:bodyPr>
            <a:normAutofit/>
          </a:bodyPr>
          <a:lstStyle/>
          <a:p>
            <a:r>
              <a:rPr 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  <a:t>У практически у любого человека папка </a:t>
            </a:r>
            <a:r>
              <a:rPr 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  <a:t>Загрузки выглядит </a:t>
            </a:r>
            <a:r>
              <a:rPr 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  <a:t>ужасно ведь чтобы найди в ней определенный файл потребуется довольно много времени.</a:t>
            </a: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10748" y="1149927"/>
            <a:ext cx="264344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latin typeface="Arial" panose="020B0604020202020204" pitchFamily="34" charset="0"/>
                <a:cs typeface="Arial" panose="020B0604020202020204" pitchFamily="34" charset="0"/>
              </a:rPr>
              <a:t>Мой проект создан помочь с этим при помощи автоматического сортировщика который распределит файлы по их нему расширению чтобы файлы можно было искать намного быстрее и проще.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9380" y="4159135"/>
            <a:ext cx="63246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213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0"/>
            <a:ext cx="10005753" cy="889317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Плюсы и минусы моего проекта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939338" y="1105592"/>
            <a:ext cx="3366656" cy="5752407"/>
          </a:xfrm>
        </p:spPr>
        <p:txBody>
          <a:bodyPr>
            <a:normAutofit/>
          </a:bodyPr>
          <a:lstStyle/>
          <a:p>
            <a:r>
              <a:rPr lang="ru-RU" sz="3600" dirty="0" smtClean="0"/>
              <a:t>Плюсы</a:t>
            </a:r>
            <a:r>
              <a:rPr lang="en-US" sz="3600" dirty="0" smtClean="0"/>
              <a:t>:</a:t>
            </a:r>
            <a:endParaRPr lang="ru-RU" sz="3600" dirty="0"/>
          </a:p>
          <a:p>
            <a:r>
              <a:rPr lang="ru-RU" dirty="0" smtClean="0"/>
              <a:t>Сортирование файлов по их нему расширению</a:t>
            </a:r>
          </a:p>
          <a:p>
            <a:r>
              <a:rPr lang="ru-RU" dirty="0" smtClean="0"/>
              <a:t>Может показать что он отсортировал и куда если боитесь не найти отсортированный файл</a:t>
            </a:r>
          </a:p>
          <a:p>
            <a:r>
              <a:rPr lang="ru-RU" dirty="0" smtClean="0"/>
              <a:t>Автоматически создает нужную папку для сортировки если не было до этого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7190509" y="1221972"/>
            <a:ext cx="37656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 smtClean="0"/>
              <a:t> </a:t>
            </a:r>
          </a:p>
          <a:p>
            <a:pPr algn="ctr"/>
            <a:endParaRPr lang="ru-RU" sz="1200" dirty="0"/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>
          <a:xfrm>
            <a:off x="7190509" y="1105594"/>
            <a:ext cx="3366656" cy="44556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4800" dirty="0"/>
              <a:t>Минус</a:t>
            </a:r>
            <a:r>
              <a:rPr lang="en-US" sz="4800" dirty="0"/>
              <a:t>:</a:t>
            </a:r>
            <a:endParaRPr lang="ru-RU" sz="4800" dirty="0"/>
          </a:p>
          <a:p>
            <a:r>
              <a:rPr lang="ru-RU" dirty="0"/>
              <a:t>Игнорирование папок(сделано на случай если вы скачали папку которую не надо вам </a:t>
            </a:r>
            <a:r>
              <a:rPr lang="ru-RU" dirty="0" smtClean="0"/>
              <a:t>отсортировывать</a:t>
            </a:r>
          </a:p>
          <a:p>
            <a:r>
              <a:rPr lang="ru-RU" dirty="0" smtClean="0"/>
              <a:t>Ограниченная сортировка(Допустим я сделал код и сохранил в формате .</a:t>
            </a:r>
            <a:r>
              <a:rPr lang="en-US" dirty="0" smtClean="0"/>
              <a:t>txt</a:t>
            </a:r>
            <a:r>
              <a:rPr lang="ru-RU" dirty="0" smtClean="0"/>
              <a:t> тогда файл сортируется в Документы вместо Кода)</a:t>
            </a:r>
          </a:p>
        </p:txBody>
      </p:sp>
    </p:spTree>
    <p:extLst>
      <p:ext uri="{BB962C8B-B14F-4D97-AF65-F5344CB8AC3E}">
        <p14:creationId xmlns:p14="http://schemas.microsoft.com/office/powerpoint/2010/main" val="2782141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Временный слайд для меня тупого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 </a:t>
            </a:r>
            <a:r>
              <a:rPr lang="ru-RU" dirty="0"/>
              <a:t>Где ? Где вы собираетесь реализовывать и продавать ваше изделие?4 Когда ? Будет ли сезонность выпуска продуктов? Когда вы сможете продавать ваш продукт? Ситуация которая приведёт к покупке ?5 Кто? Кто будет покупать? Целевая аудитория ?</a:t>
            </a:r>
          </a:p>
        </p:txBody>
      </p:sp>
    </p:spTree>
    <p:extLst>
      <p:ext uri="{BB962C8B-B14F-4D97-AF65-F5344CB8AC3E}">
        <p14:creationId xmlns:p14="http://schemas.microsoft.com/office/powerpoint/2010/main" val="1676013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8633" y="1"/>
            <a:ext cx="7373390" cy="964276"/>
          </a:xfrm>
        </p:spPr>
        <p:txBody>
          <a:bodyPr/>
          <a:lstStyle/>
          <a:p>
            <a:r>
              <a:rPr lang="ru-RU" dirty="0" smtClean="0"/>
              <a:t>Продажа и целевая аудитория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04950" y="1675996"/>
            <a:ext cx="10515600" cy="4351338"/>
          </a:xfrm>
        </p:spPr>
        <p:txBody>
          <a:bodyPr/>
          <a:lstStyle/>
          <a:p>
            <a:r>
              <a:rPr lang="ru-RU" dirty="0" smtClean="0"/>
              <a:t>Мой проект будет полезен в любое время так как он может помочь с сортировкой файлов независимо в какое время он был использован.</a:t>
            </a:r>
          </a:p>
          <a:p>
            <a:r>
              <a:rPr lang="ru-RU" dirty="0" smtClean="0"/>
              <a:t>Целевая аудитор</a:t>
            </a:r>
            <a:r>
              <a:rPr lang="en-US" dirty="0" smtClean="0"/>
              <a:t>:</a:t>
            </a:r>
            <a:r>
              <a:rPr lang="ru-RU" dirty="0" smtClean="0"/>
              <a:t> Обычные пользователи, образовательные учреждения, программисты, компании.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48395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83526" y="2185612"/>
            <a:ext cx="5569529" cy="1325563"/>
          </a:xfrm>
        </p:spPr>
        <p:txBody>
          <a:bodyPr/>
          <a:lstStyle/>
          <a:p>
            <a:r>
              <a:rPr lang="ru-RU" dirty="0" smtClean="0"/>
              <a:t>Спасибо за внимание!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918384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222</Words>
  <Application>Microsoft Office PowerPoint</Application>
  <PresentationFormat>Широкоэкранный</PresentationFormat>
  <Paragraphs>22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Тема Office</vt:lpstr>
      <vt:lpstr>Органайзер загрузок</vt:lpstr>
      <vt:lpstr>Актуальность</vt:lpstr>
      <vt:lpstr>Плюсы и минусы моего проекта</vt:lpstr>
      <vt:lpstr>Временный слайд для меня тупого</vt:lpstr>
      <vt:lpstr>Продажа и целевая аудитория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Органайзер загрузок</dc:title>
  <dc:creator>Михаил</dc:creator>
  <cp:lastModifiedBy>Михаил</cp:lastModifiedBy>
  <cp:revision>15</cp:revision>
  <dcterms:created xsi:type="dcterms:W3CDTF">2026-04-03T19:32:08Z</dcterms:created>
  <dcterms:modified xsi:type="dcterms:W3CDTF">2026-04-07T17:41:12Z</dcterms:modified>
</cp:coreProperties>
</file>